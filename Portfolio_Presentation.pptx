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Pingouins/Portfolio" TargetMode="External"/><Relationship Id="rId2" Type="http://schemas.openxmlformats.org/officeDocument/2006/relationships/hyperlink" Target="https://portfolio-frontend-iy8v.onrender.com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6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686800" y="0"/>
            <a:ext cx="190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291840" cy="365760"/>
          </a:xfrm>
          <a:prstGeom prst="rect">
            <a:avLst/>
          </a:prstGeom>
          <a:solidFill>
            <a:srgbClr val="1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alibri"/>
              </a:rPr>
              <a:t>FULL-STACK DEVELOPER  ·  MONTREAL, QC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Calibri"/>
              </a:rPr>
              <a:t>Olivier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3B82F6"/>
                </a:solidFill>
                <a:latin typeface="Calibri"/>
              </a:rPr>
              <a:t>Goudreault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77639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Champlain College  ·  Computer Science Technology  ·  2023–2026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9884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  <a:latin typeface="Calibri"/>
              </a:rPr>
              <a:t>oligoudreault@gmail.com   ·   github.com/LePingouins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29200"/>
            <a:ext cx="59436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548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At a glance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987552"/>
            <a:ext cx="2834640" cy="9525"/>
          </a:xfrm>
          <a:prstGeom prst="rect">
            <a:avLst/>
          </a:prstGeom>
          <a:solidFill>
            <a:srgbClr val="2D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1143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🎓 DEC — Computer Science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80136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💻 Full-Stack (Java · React)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45973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🌐 Bilingual FR / 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1810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🚀 Internship @ Bushido '26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7647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🎮 Gaming &amp; AI enthusiast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What We'll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77824"/>
            <a:ext cx="29260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084831" cy="4160520"/>
          </a:xfrm>
          <a:prstGeom prst="rect">
            <a:avLst/>
          </a:prstGeom>
          <a:solidFill>
            <a:srgbClr val="16244E"/>
          </a:solidFill>
          <a:ln w="9525">
            <a:solidFill>
              <a:srgbClr val="2D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08483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86000"/>
            <a:ext cx="18653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98064"/>
            <a:ext cx="1865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Who I am &amp; what drives 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52343" y="1234440"/>
            <a:ext cx="2084831" cy="4160520"/>
          </a:xfrm>
          <a:prstGeom prst="rect">
            <a:avLst/>
          </a:prstGeom>
          <a:solidFill>
            <a:srgbClr val="16244E"/>
          </a:solidFill>
          <a:ln w="9525">
            <a:solidFill>
              <a:srgbClr val="2D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52343" y="1234440"/>
            <a:ext cx="208483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52343" y="13716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1" y="2286000"/>
            <a:ext cx="18653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1" y="2798064"/>
            <a:ext cx="1865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Languages, frameworks &amp; tools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6" y="1234440"/>
            <a:ext cx="2084831" cy="4160520"/>
          </a:xfrm>
          <a:prstGeom prst="rect">
            <a:avLst/>
          </a:prstGeom>
          <a:solidFill>
            <a:srgbClr val="16244E"/>
          </a:solidFill>
          <a:ln w="9525">
            <a:solidFill>
              <a:srgbClr val="2D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47486" y="1234440"/>
            <a:ext cx="208483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47486" y="13716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4" y="2286000"/>
            <a:ext cx="18653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4" y="2798064"/>
            <a:ext cx="1865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5 production builds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42629" y="1234440"/>
            <a:ext cx="2084831" cy="4160520"/>
          </a:xfrm>
          <a:prstGeom prst="rect">
            <a:avLst/>
          </a:prstGeom>
          <a:solidFill>
            <a:srgbClr val="16244E"/>
          </a:solidFill>
          <a:ln w="9525">
            <a:solidFill>
              <a:srgbClr val="2D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42629" y="1234440"/>
            <a:ext cx="208483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2629" y="13716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7" y="2286000"/>
            <a:ext cx="18653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7" y="2798064"/>
            <a:ext cx="1865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Work history &amp; internship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37772" y="1234440"/>
            <a:ext cx="2084831" cy="4160520"/>
          </a:xfrm>
          <a:prstGeom prst="rect">
            <a:avLst/>
          </a:prstGeom>
          <a:solidFill>
            <a:srgbClr val="16244E"/>
          </a:solidFill>
          <a:ln w="9525">
            <a:solidFill>
              <a:srgbClr val="2D4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37772" y="1234440"/>
            <a:ext cx="2084831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37772" y="1371600"/>
            <a:ext cx="2084831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B82F6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0" y="2286000"/>
            <a:ext cx="186537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Live Demo &amp; Q&amp;A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0" y="2798064"/>
            <a:ext cx="18653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The portfolio website in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0" b="1" i="0">
                <a:solidFill>
                  <a:srgbClr val="142655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6B6D4"/>
                </a:solidFill>
                <a:latin typeface="Calibri"/>
              </a:rPr>
              <a:t>Who I am &amp; what drives 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401568"/>
            <a:ext cx="4572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About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77824"/>
            <a:ext cx="20116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25912" y="182880"/>
            <a:ext cx="1005840" cy="347472"/>
          </a:xfrm>
          <a:prstGeom prst="rect">
            <a:avLst/>
          </a:prstGeom>
          <a:solidFill>
            <a:srgbClr val="1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7132320" cy="475488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Hi, I'm Olivier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709928"/>
            <a:ext cx="18288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847088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1"/>
                </a:solidFill>
                <a:latin typeface="Calibri"/>
              </a:rPr>
              <a:t>I am a passionate software developer with a strong foundation in full-stack development. I build bilingual, production-grade web applications using Java, Spring Boot, and React — and I love the challenge of shipping real products that real people use.
I recently completed my DEC in Computer Science Technology at Champlain College (2023–2026). For the next year I will be fully focused on two of my personal projects. If nothing major comes out of them after a year, I'll be heading to university to deepen my studies in software engineering.
Outside of code: gaming, reading, and everything AI &amp; open-source.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170432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8" y="1097280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📍  Montreal, QC, Canada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1755648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73568" y="1682496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🎓  Champlain College — DEC Comp. Sci.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2340864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3568" y="2267712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🚀  Internship @ Bushido (Spring 2026)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2926080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2852928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💡  Goal: AI &amp; open-source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3511296"/>
            <a:ext cx="54864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3438144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🌐  Bilingual — French &amp; English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61888"/>
            <a:ext cx="11247120" cy="15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9100" y="5923788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" y="55961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2019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45720" y="60533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Handler
Horizon Nature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93466" y="5923788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20086" y="55961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8646" y="60533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Office
Assistant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42660" y="5923788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0" y="55961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60533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Champlain
College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91853" y="5923788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818473" y="55961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7033" y="60533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Bushido
Internship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666220" y="5923788"/>
            <a:ext cx="7620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292840" y="559612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B6D4"/>
                </a:solidFill>
                <a:latin typeface="Calibri"/>
              </a:rPr>
              <a:t>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053328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94A3B8"/>
                </a:solidFill>
                <a:latin typeface="Calibri"/>
              </a:rPr>
              <a:t>Personal
Projects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0" b="1" i="0">
                <a:solidFill>
                  <a:srgbClr val="142655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SKILLS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6B6D4"/>
                </a:solidFill>
                <a:latin typeface="Calibri"/>
              </a:rPr>
              <a:t>The ones that matter most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401568"/>
            <a:ext cx="4572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77824"/>
            <a:ext cx="20116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25912" y="182880"/>
            <a:ext cx="1005840" cy="347472"/>
          </a:xfrm>
          <a:prstGeom prst="rect">
            <a:avLst/>
          </a:prstGeom>
          <a:solidFill>
            <a:srgbClr val="1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3566160" cy="521208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35661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170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Languages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19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993392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993392"/>
            <a:ext cx="2715768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21608" y="1901952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151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89504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889504"/>
            <a:ext cx="2414016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21608" y="2798064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12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85616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785616"/>
            <a:ext cx="2414016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21608" y="369417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074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TypeScript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681728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681728"/>
            <a:ext cx="2263140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21608" y="4590288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75%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1078992"/>
            <a:ext cx="3566160" cy="521208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15968" y="1078992"/>
            <a:ext cx="356616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98848" y="1170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Frameworks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1719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React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8848" y="1993392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498848" y="1993392"/>
            <a:ext cx="256489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0376" y="1901952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26151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Spring Boot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8848" y="2889504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98848" y="2889504"/>
            <a:ext cx="256489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0376" y="2798064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98848" y="35112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Next.js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98848" y="3785616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498848" y="3785616"/>
            <a:ext cx="2112264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0376" y="369417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70%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1078992"/>
            <a:ext cx="3566160" cy="521208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65592" y="1078992"/>
            <a:ext cx="3566160" cy="6400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48472" y="117043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Tools &amp; Platforms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17190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GitHub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2" y="1993392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348472" y="1993392"/>
            <a:ext cx="2866644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430000" y="1901952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95%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8472" y="26151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VS Code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48472" y="2889504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348472" y="2889504"/>
            <a:ext cx="2715768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430000" y="2798064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90%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48472" y="35112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IntelliJ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48472" y="3785616"/>
            <a:ext cx="3017520" cy="1188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348472" y="3785616"/>
            <a:ext cx="2564892" cy="1188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430000" y="3694176"/>
            <a:ext cx="38404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81"/>
                </a:solidFill>
                <a:latin typeface="Calibri"/>
              </a:rPr>
              <a:t>85%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0" b="1" i="0">
                <a:solidFill>
                  <a:srgbClr val="142655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6B6D4"/>
                </a:solidFill>
                <a:latin typeface="Calibri"/>
              </a:rPr>
              <a:t>5 production builds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401568"/>
            <a:ext cx="4572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77824"/>
            <a:ext cx="20116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25912" y="182880"/>
            <a:ext cx="1005840" cy="347472"/>
          </a:xfrm>
          <a:prstGeom prst="rect">
            <a:avLst/>
          </a:prstGeom>
          <a:solidFill>
            <a:srgbClr val="1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3538728" cy="534924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3538728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207008"/>
            <a:ext cx="2148840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22529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Real Estate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36192"/>
            <a:ext cx="3218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CourtierPro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03120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  <a:latin typeface="Calibri"/>
              </a:rPr>
              <a:t>Bilingual broker-client management platform for Nabizada Courtier Inc. Production-grade, used by real clients.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858768"/>
            <a:ext cx="3172968" cy="9525"/>
          </a:xfrm>
          <a:prstGeom prst="rect">
            <a:avLst/>
          </a:prstGeom>
          <a:solidFill>
            <a:srgbClr val="2D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977639"/>
            <a:ext cx="3218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B82F6"/>
                </a:solidFill>
                <a:latin typeface="Calibri"/>
              </a:rPr>
              <a:t>React · Spring Boot ·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07408"/>
            <a:ext cx="3218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81"/>
                </a:solidFill>
                <a:latin typeface="Calibri"/>
              </a:rPr>
              <a:t>🔗 courtier-pro.ca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7096" y="1051560"/>
            <a:ext cx="3538728" cy="534924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97096" y="1051560"/>
            <a:ext cx="3538728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1207008"/>
            <a:ext cx="214884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79976" y="122529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Work Order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1536192"/>
            <a:ext cx="3218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Entretien Bâtiment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2103120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  <a:latin typeface="Calibri"/>
              </a:rPr>
              <a:t>Task &amp; work-order system with km tracking and archive module for field-service teams.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61688" y="3858768"/>
            <a:ext cx="3172968" cy="9525"/>
          </a:xfrm>
          <a:prstGeom prst="rect">
            <a:avLst/>
          </a:prstGeom>
          <a:solidFill>
            <a:srgbClr val="2D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3977639"/>
            <a:ext cx="3218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B82F6"/>
                </a:solidFill>
                <a:latin typeface="Calibri"/>
              </a:rPr>
              <a:t>React · Spring Boot ·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407408"/>
            <a:ext cx="3218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81"/>
                </a:solidFill>
                <a:latin typeface="Calibri"/>
              </a:rPr>
              <a:t>🔗 entretien-batiment.com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36992" y="1051560"/>
            <a:ext cx="3538728" cy="534924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36992" y="1051560"/>
            <a:ext cx="3538728" cy="91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01584" y="1207008"/>
            <a:ext cx="2148840" cy="2560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19872" y="1225296"/>
            <a:ext cx="21122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Dojo Marketing &amp; SaaS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1536192"/>
            <a:ext cx="32186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Calibri"/>
              </a:rPr>
              <a:t>Bushido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01584" y="2103120"/>
            <a:ext cx="321868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  <a:latin typeface="Calibri"/>
              </a:rPr>
              <a:t>Rebuilt the entire marketing website for Bushido Dojo Software and implemented project contract pausing and extension features.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4" y="3858768"/>
            <a:ext cx="3172968" cy="9525"/>
          </a:xfrm>
          <a:prstGeom prst="rect">
            <a:avLst/>
          </a:prstGeom>
          <a:solidFill>
            <a:srgbClr val="2D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01584" y="3977639"/>
            <a:ext cx="3218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B82F6"/>
                </a:solidFill>
                <a:latin typeface="Calibri"/>
              </a:rPr>
              <a:t>Ruby on Rails · 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4" y="4407408"/>
            <a:ext cx="3218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81"/>
                </a:solidFill>
                <a:latin typeface="Calibri"/>
              </a:rPr>
              <a:t>🔗 bushidodojosoftware.com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Projects  (continued)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77824"/>
            <a:ext cx="20116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25912" y="182880"/>
            <a:ext cx="1005840" cy="347472"/>
          </a:xfrm>
          <a:prstGeom prst="rect">
            <a:avLst/>
          </a:prstGeom>
          <a:solidFill>
            <a:srgbClr val="1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486400" cy="534924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548640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207008"/>
            <a:ext cx="2377440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225296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Microservices · Academic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53619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Champlain PetClinic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103120"/>
            <a:ext cx="5166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1"/>
                </a:solidFill>
                <a:latin typeface="Calibri"/>
              </a:rPr>
              <a:t>Multi-year academic project: Spring Boot microservices architecture teaching Scrum, TDD, CI/CD and version control to an entire cohort.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206240"/>
            <a:ext cx="5120640" cy="9525"/>
          </a:xfrm>
          <a:prstGeom prst="rect">
            <a:avLst/>
          </a:prstGeom>
          <a:solidFill>
            <a:srgbClr val="2D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432511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B82F6"/>
                </a:solidFill>
                <a:latin typeface="Calibri"/>
              </a:rPr>
              <a:t>React · Spring Boot · TypeScript · 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7731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  <a:latin typeface="Calibri"/>
              </a:rPr>
              <a:t>🔗 github.com/cgerard321/champlain_petclinic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051560"/>
            <a:ext cx="5486400" cy="534924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6208" y="1051560"/>
            <a:ext cx="548640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1207008"/>
            <a:ext cx="2377440" cy="2560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1225296"/>
            <a:ext cx="2340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E-commerce Showcase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36192"/>
            <a:ext cx="5166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  <a:latin typeface="Calibri"/>
              </a:rPr>
              <a:t>Le Pré Paré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03120"/>
            <a:ext cx="5166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56581"/>
                </a:solidFill>
                <a:latin typeface="Calibri"/>
              </a:rPr>
              <a:t>Product showcase and e-commerce site for a natural-products farm. Clean, modern storefront — no chemical fertilizers or pesticides.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120640" cy="9525"/>
          </a:xfrm>
          <a:prstGeom prst="rect">
            <a:avLst/>
          </a:prstGeom>
          <a:solidFill>
            <a:srgbClr val="2D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432511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B82F6"/>
                </a:solidFill>
                <a:latin typeface="Calibri"/>
              </a:rPr>
              <a:t>Next.js · React · TypeScript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73168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56581"/>
                </a:solidFill>
                <a:latin typeface="Calibri"/>
              </a:rPr>
              <a:t>🔗 leprepare.ca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73152" cy="3200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0" b="1" i="0">
                <a:solidFill>
                  <a:srgbClr val="142655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945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6B6D4"/>
                </a:solidFill>
                <a:latin typeface="Calibri"/>
              </a:rPr>
              <a:t>Work history &amp; internship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401568"/>
            <a:ext cx="457200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Work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77824"/>
            <a:ext cx="20116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725912" y="182880"/>
            <a:ext cx="1005840" cy="347472"/>
          </a:xfrm>
          <a:prstGeom prst="rect">
            <a:avLst/>
          </a:prstGeom>
          <a:solidFill>
            <a:srgbClr val="1F3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201168"/>
            <a:ext cx="9692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6B6D4"/>
                </a:solidFill>
                <a:latin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78992"/>
            <a:ext cx="11274552" cy="150876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78992"/>
            <a:ext cx="91440" cy="1508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17043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  <a:latin typeface="Calibri"/>
              </a:rPr>
              <a:t>Spring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47218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Full-Stack Developer Intern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847088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81"/>
                </a:solidFill>
                <a:latin typeface="Calibri"/>
              </a:rPr>
              <a:t>Bushido Dojo Software  ·  Remote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170432"/>
            <a:ext cx="4434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81"/>
                </a:solidFill>
                <a:latin typeface="Calibri"/>
              </a:rPr>
              <a:t>  •  Rebuilt the entire marketing website for Bushido Dojo Software.
  •  Implemented project contract pausing and extension features.
  •  Stack: Ruby on Rails · PostgreSQL — live at bushidodojosoftware.com.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6"/>
            <a:ext cx="11274552" cy="150876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688336"/>
            <a:ext cx="91440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77977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2021 –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081528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Data Entry Clerk / Office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456432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81"/>
                </a:solidFill>
                <a:latin typeface="Calibri"/>
              </a:rPr>
              <a:t>Horizon Nature  ·  Saint-Léonard, Montréal, QC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79776"/>
            <a:ext cx="4434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81"/>
                </a:solidFill>
                <a:latin typeface="Calibri"/>
              </a:rPr>
              <a:t>  •  Entered and verified high-volume data with precision and confidentiality.
  •  Supported daily operations and coordinated document management.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11274552" cy="150876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297680"/>
            <a:ext cx="91440" cy="150876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43891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2019 – 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69087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Handler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065776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581"/>
                </a:solidFill>
                <a:latin typeface="Calibri"/>
              </a:rPr>
              <a:t>Horizon Nature  ·  Saint-Léonard, Montréal, QC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389120"/>
            <a:ext cx="4434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56581"/>
                </a:solidFill>
                <a:latin typeface="Calibri"/>
              </a:rPr>
              <a:t>  •  Movement, organization, and preparation of materials.
  •  Developed reliability, teamwork, and time-management skills.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870448"/>
            <a:ext cx="11274552" cy="685800"/>
          </a:xfrm>
          <a:prstGeom prst="rect">
            <a:avLst/>
          </a:prstGeom>
          <a:solidFill>
            <a:srgbClr val="16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870448"/>
            <a:ext cx="1905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5943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🎓  Champlain College — DEC in Computer Science Technology (2023–2026)   ·   Next: personal projects · open to new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Let's Connect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77824"/>
            <a:ext cx="201168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6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0" y="0"/>
            <a:ext cx="1905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7406640" cy="5074920"/>
          </a:xfrm>
          <a:prstGeom prst="rect">
            <a:avLst/>
          </a:prstGeom>
          <a:solidFill>
            <a:srgbClr val="F8FA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6858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293B"/>
                </a:solidFill>
                <a:latin typeface="Calibri"/>
              </a:rPr>
              <a:t>Olivier Goudreault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92224"/>
            <a:ext cx="1645920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920240"/>
            <a:ext cx="6675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581"/>
                </a:solidFill>
                <a:latin typeface="Calibri"/>
              </a:rPr>
              <a:t>I'm always open to new opportunities — freelance, full-time, or just a conversation about tech. Feel free to reach out!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971800"/>
            <a:ext cx="4572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880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  <a:latin typeface="Calibri"/>
              </a:rPr>
              <a:t>📧  EMAIL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oligoudreault@gmail.com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657600"/>
            <a:ext cx="4572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  <a:latin typeface="Calibri"/>
              </a:rPr>
              <a:t>💼  LINKEDIN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404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linkedin.com/in/olivier-goudreault-09120a386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343400"/>
            <a:ext cx="4572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251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  <a:latin typeface="Calibri"/>
              </a:rPr>
              <a:t>🐙  GITHUB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262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github.com/LePingouins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029200"/>
            <a:ext cx="45720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  <a:latin typeface="Calibri"/>
              </a:rPr>
              <a:t>🌐  WEBSITE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portfolio-frontend-iy8v.onrender.com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AVAILABILITY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886968"/>
            <a:ext cx="3383280" cy="9525"/>
          </a:xfrm>
          <a:prstGeom prst="rect">
            <a:avLst/>
          </a:prstGeom>
          <a:solidFill>
            <a:srgbClr val="2D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105156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✔  Open to full-time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164592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✔  Freelance / contract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2402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✔  Collaboration on open-source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8346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✔  Coffee chats about tech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162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164592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834640"/>
            <a:ext cx="286207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017520"/>
            <a:ext cx="1218895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900" i="1" dirty="0">
                <a:solidFill>
                  <a:srgbClr val="06B6D4"/>
                </a:solidFill>
                <a:hlinkClick r:id="rId2"/>
              </a:rPr>
              <a:t>https://portfolio-frontend-iy8v.onrender.com/</a:t>
            </a:r>
            <a:endParaRPr lang="en-CA" sz="1900" i="1" dirty="0">
              <a:solidFill>
                <a:srgbClr val="06B6D4"/>
              </a:solidFill>
            </a:endParaRPr>
          </a:p>
          <a:p>
            <a:pPr algn="ctr"/>
            <a:r>
              <a:rPr lang="en-CA" sz="1900" i="1" dirty="0">
                <a:solidFill>
                  <a:srgbClr val="06B6D4"/>
                </a:solidFill>
                <a:hlinkClick r:id="rId3"/>
              </a:rPr>
              <a:t>https://github.com/LePingouins/Portfolio</a:t>
            </a:r>
            <a:endParaRPr sz="1900" b="0" i="1" dirty="0">
              <a:solidFill>
                <a:srgbClr val="06B6D4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3657600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Let's open it together 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71600" y="365760"/>
            <a:ext cx="25400" cy="6126480"/>
          </a:xfrm>
          <a:prstGeom prst="rect">
            <a:avLst/>
          </a:prstGeom>
          <a:solidFill>
            <a:srgbClr val="1A3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817352" y="365760"/>
            <a:ext cx="25400" cy="6126480"/>
          </a:xfrm>
          <a:prstGeom prst="rect">
            <a:avLst/>
          </a:prstGeom>
          <a:solidFill>
            <a:srgbClr val="1A3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365760"/>
            <a:ext cx="9445752" cy="25400"/>
          </a:xfrm>
          <a:prstGeom prst="rect">
            <a:avLst/>
          </a:prstGeom>
          <a:solidFill>
            <a:srgbClr val="1A3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6492240"/>
            <a:ext cx="9445752" cy="25400"/>
          </a:xfrm>
          <a:prstGeom prst="rect">
            <a:avLst/>
          </a:prstGeom>
          <a:solidFill>
            <a:srgbClr val="1A3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19202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3291840"/>
            <a:ext cx="2862072" cy="190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0" y="3474720"/>
            <a:ext cx="1218895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06B6D4"/>
                </a:solidFill>
                <a:latin typeface="Calibri"/>
              </a:rPr>
              <a:t>Any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206240"/>
            <a:ext cx="121889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oligoudreault@gmail.com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794</Words>
  <Application>Microsoft Office PowerPoint</Application>
  <PresentationFormat>Custom</PresentationFormat>
  <Paragraphs>150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Olivier Goudreault</dc:creator>
  <cp:keywords/>
  <dc:description>generated using python-pptx</dc:description>
  <cp:lastModifiedBy>Olivier Goudreault</cp:lastModifiedBy>
  <cp:revision>3</cp:revision>
  <dcterms:created xsi:type="dcterms:W3CDTF">2013-01-27T09:14:16Z</dcterms:created>
  <dcterms:modified xsi:type="dcterms:W3CDTF">2026-05-20T03:48:23Z</dcterms:modified>
  <cp:category/>
</cp:coreProperties>
</file>